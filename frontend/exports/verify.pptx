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Verification Report</a:t>
            </a:r>
          </a:p>
          <a:p>
            <a:pPr algn="ctr">
              <a:defRPr sz="1800">
                <a:solidFill>
                  <a:srgbClr val="DCDCDC"/>
                </a:solidFill>
                <a:latin typeface="Calibri"/>
              </a:defRPr>
            </a:pPr>
            <a:r>
              <a:t>Báo cáo tự động tạo bởi Hệ thống AI | Ngày tạo: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Executive Summary / Tóm tắt Dự 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Hệ thống phân tích tài chính ghi nhận sự tăng trưởng ổn định của các doanh nghiệp trụ cột FPT, VNM và HDB trong giai đoạn 2023 - 2025.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FPT dẫn đầu về tốc độ tăng trưởng doanh thu nhờ mảng xuất khẩu phần mềm và chuyển đổi số toàn cầu phát triển mạnh mẽ.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VNM duy trì vị thế dẫn đầu thị trường sữa với dòng tiền hoạt động cực kỳ lành mạnh và tỷ lệ chi trả cổ tức cao, ổn định.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HDBank thể hiện hiệu quả hoạt động vượt trội với sự gia tăng mạnh mẽ của tổng tài sản và kiểm soát tốt chất lượng nợ xấu.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Báo cáo này đưa ra mô phỏng tài chính và các khuyến nghị chiến lược nhằm tối ưu hóa danh mục đầu tư trong các năm tới.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Financial Comparison / So sánh Tài chính 2024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01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Chỉ tiêu (Tỷ VNĐ)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VNM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HDB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Doanh thu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62,000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Giá vốn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Lợi nhuận gộp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24,800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11,600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Chi phí hoạt động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Lợi nhuận thuần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8,800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4,600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Strategic Recommendations / Khuyến nghị Chiến lược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Tăng tỷ trọng đối với FPT: Triển vọng tăng trưởng doanh thu bền vững từ chuyển đổi số toàn cầu và AI mang lại động lực tăng giá mạnh mẽ.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Nắm giữ đối với VNM: Đây là nguồn phòng thủ danh mục lý tưởng nhờ dòng tiền dồi dào và chính sách cổ tức cao trong giai đoạn thị trường biến động.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Theo dõi mua đối với HDB: Tốc độ tăng trưởng tín dụng cao đi kèm với quản trị rủi ro tốt giúp HDBank trở thành cơ hội đầu tư tài chính ngân hàng hấp dẫn.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Đa dạng hóa danh mục: Phân bổ tài sản hợp lý giữa các nhóm ngành Công nghệ, Tiêu dùng và Tài chính để tối thiểu hóa rủi ro phi hệ thống.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